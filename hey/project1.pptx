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643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0C2B6-B27F-E60B-D088-DF493BE241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CFE714-C7F4-951B-FED7-F3B2ECABD0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D55D90-5E13-A16E-764E-9603B855E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BA584-7DC0-42B9-A1C0-0BCA4C09D60E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2BE3D0-4E85-CFF6-D2F5-529EB13F3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193963-94F1-3D43-A6CF-6A51502A0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C1D18-0624-41C2-A40C-2AB9A9C3F2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7654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FF3A0-8F41-A2E1-E3BA-663825F57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7F915-3B5A-7164-B074-0AB679F30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12041C-8E6A-77EE-4BEA-216669587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BA584-7DC0-42B9-A1C0-0BCA4C09D60E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A69A27-85B8-AF34-FBF3-DBB76C36F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53D54A-D1A6-6373-5D6A-53C35B1C8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C1D18-0624-41C2-A40C-2AB9A9C3F2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3347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D2525-E107-4994-875F-7A816136C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3C0FD8-24A3-370B-B068-3D6BF85CC3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24B413-49EA-B30A-F33D-FDCAE3769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BA584-7DC0-42B9-A1C0-0BCA4C09D60E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D1359-228C-8F55-6195-BCE09F70F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356B0F-3E6A-64BD-2F6F-55AEFC9D2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C1D18-0624-41C2-A40C-2AB9A9C3F2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8379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EFD97-6FA1-EDF4-64A8-6B33CB159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4214F-F5AE-F028-EE83-C6B458A49C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1CDC76-2C22-E69D-D2DE-7D7B8C48D5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12B8E9-8070-8145-BDC8-CABFDAF07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BA584-7DC0-42B9-A1C0-0BCA4C09D60E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BF8E3B-CA86-06D8-028E-B70B534C0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E03451-6020-EC2E-662A-A7D8D9A6D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C1D18-0624-41C2-A40C-2AB9A9C3F2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2893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9D755-BF3B-8746-D034-32A0A45D0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019EAA-8FB9-C9C6-DE3A-971392D21B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DD497D-818F-85E1-9E6D-C4022DC6A5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924810-F8EE-2837-BBF2-D9F6AB4529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42EBF6-1818-DC5E-5006-95B7E79F77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871F98-5886-6ABF-9037-AE7F07B7E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BA584-7DC0-42B9-A1C0-0BCA4C09D60E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E179C8-5845-A5AB-EB91-37A85D750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E1377B-B172-A139-B990-46ADC926C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C1D18-0624-41C2-A40C-2AB9A9C3F2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3564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A4367-E3B0-81F0-3109-E1E357DF0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118D04-582F-E5B2-22BA-E9FD1588F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BA584-7DC0-42B9-A1C0-0BCA4C09D60E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61F3B-3C9F-E3B2-6E80-FAAF643F4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D422B6-4987-180C-03BE-FCF5CA5F7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C1D18-0624-41C2-A40C-2AB9A9C3F2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7722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2F53AA-318B-FC6F-87D2-4B8A4B71D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BA584-7DC0-42B9-A1C0-0BCA4C09D60E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4EA11B-117A-D9A6-5D52-034557723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EBC652-AF7D-FB46-A236-4F9E7AB47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C1D18-0624-41C2-A40C-2AB9A9C3F2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7367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B15B5-1ED1-891D-CEA4-148E76E2D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FBC1B-C3F2-FC96-DCF7-8925EA541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D48CE3-E675-BD3A-03C1-A75CE7E697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C60117-8E90-1C55-60D4-453F2F74E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BA584-7DC0-42B9-A1C0-0BCA4C09D60E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8B0AF8-53DD-D728-7BFB-A2210A267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D8E63D-8805-DD2C-578A-E43BC6065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C1D18-0624-41C2-A40C-2AB9A9C3F2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1672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1C720-745A-990B-32E2-36EFC832B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50C384-DE22-4C24-C48F-A0ED414212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6711EA-3BBB-8EBC-8B10-E4A29AB24F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C11C28-179B-740C-9ECF-B7B94653D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BA584-7DC0-42B9-A1C0-0BCA4C09D60E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308B40-5D9B-CB4C-7128-A37F76F11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571CF1-FD15-EE26-9918-91F481E91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C1D18-0624-41C2-A40C-2AB9A9C3F2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0445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8743F-034A-EB4F-313A-B6C0E545B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88C400-4F69-C437-9CA7-85F1AA23FA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3DE20-4BD5-525A-0CAF-DBDE1833C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BA584-7DC0-42B9-A1C0-0BCA4C09D60E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109A4-AD73-6B1D-246E-9D31C4F90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6F2129-9DF9-E3FF-F1D1-78783176B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C1D18-0624-41C2-A40C-2AB9A9C3F2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5637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EE65A9-5670-3BC2-85BE-07518F89D8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A88FBC-E97E-8190-6EFF-4FE66BE28A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E0652-082C-B488-4F94-6A2709429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BA584-7DC0-42B9-A1C0-0BCA4C09D60E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08C40C-8E84-73AE-7F04-C62BF52B5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CA746-CE96-E2F6-B720-A5EFB6EAA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C1D18-0624-41C2-A40C-2AB9A9C3F2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3750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95B1E7-3519-8FE3-B0E9-25CAB39EB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1A4315-0EF8-A83E-AC08-FB35ABED00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AE9820-B090-D3BC-EA6D-FB95FB9B56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CBA584-7DC0-42B9-A1C0-0BCA4C09D60E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33975-5F0C-2FE7-F0CF-6E8FEB375D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7FDD77-E25B-1277-31D5-C5A0267F9E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DC1D18-0624-41C2-A40C-2AB9A9C3F2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3505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E4C66-E6E7-0AF6-DD62-F79B8E6B99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hlo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6BC834-4063-00E7-7AC6-117C33F4F4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73135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hlo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dinesh chandra</dc:creator>
  <cp:lastModifiedBy>dinesh chandra</cp:lastModifiedBy>
  <cp:revision>1</cp:revision>
  <dcterms:created xsi:type="dcterms:W3CDTF">2026-02-22T14:35:52Z</dcterms:created>
  <dcterms:modified xsi:type="dcterms:W3CDTF">2026-02-22T14:35:56Z</dcterms:modified>
</cp:coreProperties>
</file>